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46D0C-7834-CA7F-CEA1-DA6FE5F6CF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3A782B-EC59-A07C-5757-59B6550C2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8CE23-E866-3502-6645-54607E971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D54B-9E6D-4E9A-B4DF-CD59B511627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0B1C4-0458-D2B0-86AE-E4D7B47BF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BD9BF-CDCB-B824-18CC-1EB6D64A8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A2354-446D-4283-ACB2-9EA92702F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935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0929E-815F-C133-811D-57F1D3F21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C9AFE-6BBB-A731-30DA-95A511679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8BB0E-8A1E-3375-DDFB-77107865B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D54B-9E6D-4E9A-B4DF-CD59B511627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ADDE9-160E-4F22-5CC2-337010A95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C004D-3A95-E93D-C9E0-07874FD73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A2354-446D-4283-ACB2-9EA92702F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968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CA974-A532-1961-0AB4-A37727019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5BDD1-3704-5121-6223-3FFD07CF5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334C4-2FEF-9F96-E458-998375081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D54B-9E6D-4E9A-B4DF-CD59B511627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DAA39-9961-90BD-5AFE-F6DBD9316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EAED3-2792-CD4A-2925-7D243386D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A2354-446D-4283-ACB2-9EA92702F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06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61280-996A-7DA9-CFE7-2D8D920D8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31295-4060-CC33-C089-E023542D29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499BBB-B7AA-C53B-A0E1-1B99931B5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0ED09-364B-6021-7598-D03F286B6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D54B-9E6D-4E9A-B4DF-CD59B511627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47B924-6F21-CF90-0679-DF5707407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5C14F-5485-A5B5-9964-BA857F067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A2354-446D-4283-ACB2-9EA92702F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439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D738C-14AB-D3E0-7B43-065B5504A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18589F-9187-BE7C-F83E-5A3DED5C7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762963-27AD-B3D2-526D-4DFFFDA8D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1E148B-11C5-0F38-955A-83A503AA65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5F1DAA-BBEE-5A0C-66B1-5D2FDF5C18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E79596-E779-AE16-5C69-7C1D9F841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D54B-9E6D-4E9A-B4DF-CD59B511627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2D7B20-215E-852A-8FE4-E645F1375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D19916-2AB6-DA0B-C851-AD5D187BC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A2354-446D-4283-ACB2-9EA92702F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454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29CD5-5FE7-F61B-FE30-F881BB238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7EF8C1-D65B-E905-5EDD-70AB77C21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D54B-9E6D-4E9A-B4DF-CD59B511627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A4A89B-0037-E4A3-2C60-7C6EEC17B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794F7-97F6-A3D0-5B8E-E9329853A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A2354-446D-4283-ACB2-9EA92702F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265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9FFA7C-6F0B-1C16-36AE-3F39D9E9F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D54B-9E6D-4E9A-B4DF-CD59B511627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6A6E32-90B9-0635-B329-B929314E5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ED319-3A01-E7BA-7AB9-BB561E502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A2354-446D-4283-ACB2-9EA92702F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294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A61A6-F2B9-3194-FD73-EB0A0A4E7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8A66C-96BD-24C1-39C2-549DCB258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CE4B4-9096-12FD-52E2-9814B8199A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52E91-8B5D-4E2D-3B3E-3AB76139D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D54B-9E6D-4E9A-B4DF-CD59B511627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5852AD-C7EE-960C-D9B2-A1273C087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031F7B-C43A-4C36-FC3C-2DDA8846A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A2354-446D-4283-ACB2-9EA92702F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551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5D199-F6C1-99AE-6899-40568B4D7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2B8352-998C-795B-FD56-299B5DE7C0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0C0BF5-1B83-78D0-232B-84CF615C8F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2543E4-1EA9-C494-EC8A-53DB72D4F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D54B-9E6D-4E9A-B4DF-CD59B511627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70BF23-40E5-6F3C-57C4-897E50397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8238CD-24B2-7FAE-47EE-9E2F87161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A2354-446D-4283-ACB2-9EA92702F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409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C7852-CEFA-E3A8-44B4-B352B2A90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E94EA3-E409-DD15-D172-CDD24F6E1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B6B46-408A-ECE2-714D-E0D5F8ECB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D54B-9E6D-4E9A-B4DF-CD59B511627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A9949-D9D5-6F53-C232-9E3AE5D1C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2236F-ADB3-3BF8-4126-800C8C185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A2354-446D-4283-ACB2-9EA92702F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836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5477B1-92A5-78B0-A06F-28F15E07B7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A9A9FD-1229-A8B6-9CB8-E592A939E6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32E1C-24DF-5F99-9781-77083E3D7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D54B-9E6D-4E9A-B4DF-CD59B511627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DBFF1-04FB-9155-1A78-0F66E9796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4E34A-A68D-4ABC-F38D-0D2890DF6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A2354-446D-4283-ACB2-9EA92702F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833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C09852-ECBF-D355-9152-B6D3142D1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C72CE-F2AD-0AA9-DA1E-2537BE531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DD7B3-8293-E777-79DF-58A2032355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6D54B-9E6D-4E9A-B4DF-CD59B5116273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66B45-6D37-484D-86F4-6BEADCDC59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250F5-B9EC-2BB5-3A39-BFF4627CBC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7A2354-446D-4283-ACB2-9EA92702F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26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C72E9-43B0-CD25-18E4-07B47BF09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CAD8A-D6C5-B16D-8A04-0D76F495B4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FA02EF-86CA-4BE3-069A-4BCD68FC5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65" y="977457"/>
            <a:ext cx="12032869" cy="414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69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C43F4F-410A-E2CD-F4D5-573A23BB9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399" y="312373"/>
            <a:ext cx="8462421" cy="623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558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B5FE5-7969-B74F-C355-D3F03BC4A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2FBCC-F28A-55BA-E297-144DFB240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F27B0E-566A-4319-AB54-273E3957D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06" y="407132"/>
            <a:ext cx="11737675" cy="568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452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705A8-9930-8FC0-7E6C-667A5C75B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C2D64-5B56-A5DB-5579-765FAA9F6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B8C169-9914-FD18-F8CE-755D0979E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064" y="682475"/>
            <a:ext cx="11760679" cy="5189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301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Phat Tran</dc:creator>
  <cp:lastModifiedBy>Phat Tran</cp:lastModifiedBy>
  <cp:revision>2</cp:revision>
  <dcterms:created xsi:type="dcterms:W3CDTF">2026-01-08T12:11:42Z</dcterms:created>
  <dcterms:modified xsi:type="dcterms:W3CDTF">2026-01-08T12:14:05Z</dcterms:modified>
</cp:coreProperties>
</file>